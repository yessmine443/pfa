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29184"/>
            <a:ext cx="292608" cy="29260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468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5029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photovoltaïques</a:t>
            </a:r>
            <a:endParaRPr lang="en-US" sz="550" dirty="0"/>
          </a:p>
        </p:txBody>
      </p:sp>
      <p:sp>
        <p:nvSpPr>
          <p:cNvPr id="6" name="Shape 4"/>
          <p:cNvSpPr/>
          <p:nvPr/>
        </p:nvSpPr>
        <p:spPr>
          <a:xfrm rot="10800000">
            <a:off x="11430000" y="-182880"/>
            <a:ext cx="914400" cy="822960"/>
          </a:xfrm>
          <a:prstGeom prst="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0972800" y="365760"/>
            <a:ext cx="1097280" cy="914400"/>
          </a:xfrm>
          <a:prstGeom prst="triangl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projet, trois bilans : technique, métier et humain.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822192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23160"/>
            <a:ext cx="146304" cy="2423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78892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97180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83080" y="28346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TECHNIQUE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83080" y="310896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complète livrée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22960" y="384048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industrielle Angular + FastAPI + Mistral AI, conteneurisée et reproductible.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62272" y="2423160"/>
            <a:ext cx="3822192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62272" y="2423160"/>
            <a:ext cx="146304" cy="2423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73752" y="278892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97180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788152" y="28346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MÉTIER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788152" y="310896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utile à Sparky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4828032" y="384048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du traitement documentaire et aide à la décision d'achat pour la PME partenaire.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467344" y="2423160"/>
            <a:ext cx="3822192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67344" y="2423160"/>
            <a:ext cx="146304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878824" y="278892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4" y="297180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793224" y="28346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HUMAIN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9793224" y="310896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formatrice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8833104" y="384048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du cycle complet d'un projet end-to-end et travail d'équipe sur cas réel.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57200" y="5212080"/>
            <a:ext cx="11247120" cy="1051560"/>
          </a:xfrm>
          <a:prstGeom prst="roundRect">
            <a:avLst>
              <a:gd name="adj" fmla="val 1391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57200" y="5212080"/>
            <a:ext cx="164592" cy="105156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77240" y="52578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SPARKY est la preuve qu'une PME tunisienne peut adopter l'IA générative dès aujourd'hui — sans dépendance, sans surcoût, sans complexité. »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 ·  Questions &amp; Réponses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SPARKY - Conclusion</dc:title>
  <dc:subject>PptxGenJS Presentation</dc:subject>
  <dc:creator>Mahmoud Elloumi</dc:creator>
  <cp:lastModifiedBy>Mahmoud Elloumi</cp:lastModifiedBy>
  <cp:revision>1</cp:revision>
  <dcterms:created xsi:type="dcterms:W3CDTF">2026-04-30T01:46:40Z</dcterms:created>
  <dcterms:modified xsi:type="dcterms:W3CDTF">2026-04-30T01:46:40Z</dcterms:modified>
</cp:coreProperties>
</file>