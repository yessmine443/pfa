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29184"/>
            <a:ext cx="292608" cy="292608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468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5029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photovoltaïques</a:t>
            </a:r>
            <a:endParaRPr lang="en-US" sz="550" dirty="0"/>
          </a:p>
        </p:txBody>
      </p:sp>
      <p:sp>
        <p:nvSpPr>
          <p:cNvPr id="6" name="Shape 4"/>
          <p:cNvSpPr/>
          <p:nvPr/>
        </p:nvSpPr>
        <p:spPr>
          <a:xfrm rot="10800000">
            <a:off x="11430000" y="-182880"/>
            <a:ext cx="914400" cy="822960"/>
          </a:xfrm>
          <a:prstGeom prst="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0972800" y="365760"/>
            <a:ext cx="1097280" cy="914400"/>
          </a:xfrm>
          <a:prstGeom prst="triangl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 du Projet SPARKY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lecture honnête de ce qui peut encore être amélioré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3749040" cy="1965960"/>
          </a:xfrm>
          <a:prstGeom prst="roundRect">
            <a:avLst>
              <a:gd name="adj" fmla="val 5581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860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386584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API Mistral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926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Internet requise en mode normal. Indisponibilité de l'API = bascule sur fallback local.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70832" y="2057400"/>
            <a:ext cx="3749040" cy="1965960"/>
          </a:xfrm>
          <a:prstGeom prst="roundRect">
            <a:avLst>
              <a:gd name="adj" fmla="val 5581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99432" y="22860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386584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39512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API à grande échelle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45152" y="2926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croît proportionnellement au volume de documents traités quotidiennement.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284464" y="2057400"/>
            <a:ext cx="3749040" cy="1965960"/>
          </a:xfrm>
          <a:prstGeom prst="roundRect">
            <a:avLst>
              <a:gd name="adj" fmla="val 5581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513064" y="22860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386584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53144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du scan source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558784" y="2926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réduite sur documents flous, mal cadrés, tronqués ou à faible résolution.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4187952"/>
            <a:ext cx="3749040" cy="1965960"/>
          </a:xfrm>
          <a:prstGeom prst="roundRect">
            <a:avLst>
              <a:gd name="adj" fmla="val 5581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5800" y="441655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517136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4462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manuscrits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31520" y="505663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limitée pour l'écriture manuelle, les annotations et les signatures.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370832" y="4187952"/>
            <a:ext cx="3749040" cy="1965960"/>
          </a:xfrm>
          <a:prstGeom prst="roundRect">
            <a:avLst>
              <a:gd name="adj" fmla="val 5581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599432" y="441655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517136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39512" y="4462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d'entraînement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4645152" y="505663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canonique d'articles doit s'enrichir pour améliorer la précision du matching.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284464" y="4187952"/>
            <a:ext cx="3749040" cy="1965960"/>
          </a:xfrm>
          <a:prstGeom prst="roundRect">
            <a:avLst>
              <a:gd name="adj" fmla="val 5581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513064" y="441655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517136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53144" y="4462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558784" y="505663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manuelle encore requise lorsque le score de confiance est inférieur à 70%.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limites identifiées orientent directement les axes d'évolution présentés au slide suivant.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29184"/>
            <a:ext cx="292608" cy="292608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468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50292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photovoltaïques</a:t>
            </a:r>
            <a:endParaRPr lang="en-US" sz="550" dirty="0"/>
          </a:p>
        </p:txBody>
      </p:sp>
      <p:sp>
        <p:nvSpPr>
          <p:cNvPr id="6" name="Shape 4"/>
          <p:cNvSpPr/>
          <p:nvPr/>
        </p:nvSpPr>
        <p:spPr>
          <a:xfrm rot="10800000">
            <a:off x="11430000" y="-182880"/>
            <a:ext cx="914400" cy="822960"/>
          </a:xfrm>
          <a:prstGeom prst="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0972800" y="365760"/>
            <a:ext cx="1097280" cy="914400"/>
          </a:xfrm>
          <a:prstGeom prst="triangl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d'Évolution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feuille de route en 4 horizons pour industrialiser SPARKY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798064" cy="4160520"/>
          </a:xfrm>
          <a:prstGeom prst="roundRect">
            <a:avLst>
              <a:gd name="adj" fmla="val 4575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03120"/>
            <a:ext cx="2798064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7612" y="242316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58318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" y="3337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36576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581912" y="3977640"/>
            <a:ext cx="54864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1148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ERP native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5800" y="4709160"/>
            <a:ext cx="2340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directs vers Sage, SAP et Odoo pour supprimer définitivement l'export Excel intermédiaire et fluidifier la chaîne comptable.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01568" y="2103120"/>
            <a:ext cx="2798064" cy="4160520"/>
          </a:xfrm>
          <a:prstGeom prst="roundRect">
            <a:avLst>
              <a:gd name="adj" fmla="val 4575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01568" y="2103120"/>
            <a:ext cx="2798064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11980" y="242316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8318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538728" y="3337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538728" y="36576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526280" y="3977640"/>
            <a:ext cx="54864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584448" y="41148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multi-langues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3630168" y="4709160"/>
            <a:ext cx="2340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du moteur d'extraction à l'arabe, au français et à l'anglais pour intégrer les fournisseurs étrangers de Sparky Solutions.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345936" y="2103120"/>
            <a:ext cx="2798064" cy="4160520"/>
          </a:xfrm>
          <a:prstGeom prst="roundRect">
            <a:avLst>
              <a:gd name="adj" fmla="val 4575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345936" y="2103120"/>
            <a:ext cx="2798064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356348" y="242316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2583180"/>
            <a:ext cx="457200" cy="4572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483096" y="3337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3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483096" y="36576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 absolue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7470648" y="3977640"/>
            <a:ext cx="54864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528816" y="41148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100% offline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6574536" y="4709160"/>
            <a:ext cx="2340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d'un modèle Ollama embarqué (Qwen-7B ou similaire) sur serveurs locaux pour les documents stratégiques sensibles.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9290304" y="2103120"/>
            <a:ext cx="2798064" cy="4160520"/>
          </a:xfrm>
          <a:prstGeom prst="roundRect">
            <a:avLst>
              <a:gd name="adj" fmla="val 4575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290304" y="2103120"/>
            <a:ext cx="2798064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300716" y="242316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36" y="2583180"/>
            <a:ext cx="457200" cy="4572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427464" y="3337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4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9427464" y="36576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10415016" y="3977640"/>
            <a:ext cx="54864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9473184" y="411480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native</a:t>
            </a:r>
            <a:endParaRPr lang="en-US" sz="1500" dirty="0"/>
          </a:p>
        </p:txBody>
      </p:sp>
      <p:sp>
        <p:nvSpPr>
          <p:cNvPr id="45" name="Text 39"/>
          <p:cNvSpPr/>
          <p:nvPr/>
        </p:nvSpPr>
        <p:spPr>
          <a:xfrm>
            <a:off x="9518904" y="4709160"/>
            <a:ext cx="23408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iOS et Android pour scanner instantanément les bons de livraison directement sur les chantiers photovoltaïques.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roadmap garantit la pérennité et l'évolutivité de la solution sur le long terme.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SPARKY — Limites &amp; Perspectives</dc:title>
  <dc:subject>PptxGenJS Presentation</dc:subject>
  <dc:creator>Mahmoud Elloumi</dc:creator>
  <cp:lastModifiedBy>Mahmoud Elloumi</cp:lastModifiedBy>
  <cp:revision>1</cp:revision>
  <dcterms:created xsi:type="dcterms:W3CDTF">2026-04-30T00:34:32Z</dcterms:created>
  <dcterms:modified xsi:type="dcterms:W3CDTF">2026-04-30T00:34:32Z</dcterms:modified>
</cp:coreProperties>
</file>